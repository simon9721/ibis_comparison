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 is the stage's input, v its output, both on their own 0-to-1 swing. The minus term is the same three factors mirrored for the discharge.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slide adds the two things that modulate it.</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law, symbol by symbol</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That ramp, times the two things that modulate it. Each symbol below is one picture.</a:t>
            </a:r>
          </a:p>
          <a:p>
            <a:pPr latinLnBrk="0">
              <a:spcAft>
                <a:spcPts val="400"/>
              </a:spcAft>
            </a:pPr>
            <a:r>
              <a:rPr sz="1800" b="1">
                <a:solidFill>
                  <a:srgbClr val="2B7A43"/>
                </a:solidFill>
              </a:rPr>
              <a:t>dv/dt is a slope, not a current</a:t>
            </a:r>
            <a:r>
              <a:rPr sz="1800"/>
              <a:t> — v runs 0 at rest to 1 at full swing, so it is swings per nanosecond. </a:t>
            </a:r>
            <a:r>
              <a:rPr sz="1800" b="1">
                <a:solidFill>
                  <a:srgbClr val="2B7A43"/>
                </a:solidFill>
              </a:rPr>
              <a:t>h(u)</a:t>
            </a:r>
            <a:r>
              <a:rPr sz="1800"/>
              <a:t> is the </a:t>
            </a:r>
            <a:r>
              <a:rPr sz="1800" b="1">
                <a:solidFill>
                  <a:srgbClr val="2B7A43"/>
                </a:solidFill>
              </a:rPr>
              <a:t>share</a:t>
            </a:r>
            <a:r>
              <a:rPr sz="1800"/>
              <a:t> of its full current the device passes.</a:t>
            </a:r>
          </a:p>
        </p:txBody>
      </p:sp>
      <p:pic>
        <p:nvPicPr>
          <p:cNvPr id="4" name="Picture 3" descr="law_symbols.png"/>
          <p:cNvPicPr>
            <a:picLocks noChangeAspect="1"/>
          </p:cNvPicPr>
          <p:nvPr/>
        </p:nvPicPr>
        <p:blipFill>
          <a:blip r:embed="rId2"/>
          <a:stretch>
            <a:fillRect/>
          </a:stretch>
        </p:blipFill>
        <p:spPr>
          <a:xfrm>
            <a:off x="518773" y="2276856"/>
            <a:ext cx="11169692" cy="424281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Four free numbers and no more. </a:t>
            </a:r>
            <a:r>
              <a:rPr sz="1700" b="1"/>
              <a:t>s_up and s_dn are slopes</a:t>
            </a:r>
            <a:r>
              <a:rPr sz="1700"/>
              <a:t> — ex2 fits 2.59/ns, 0.39 ns to cross a stage's swing flat out. </a:t>
            </a:r>
            <a:r>
              <a:rPr sz="1700" b="1"/>
              <a:t>x_lin</a:t>
            </a:r>
            <a:r>
              <a:rPr sz="1700"/>
              <a:t> is named for the MOSFET's linear (triode) region.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vt is an </a:t>
            </a:r>
            <a:r>
              <a:rPr sz="1700" b="1">
                <a:solidFill>
                  <a:srgbClr val="2B7A43"/>
                </a:solidFill>
              </a:rPr>
              <a:t>internal</a:t>
            </a:r>
            <a:r>
              <a:rPr sz="1700"/>
              <a:t> stage's threshold — the file never describes that node.</a:t>
            </a:r>
          </a:p>
        </p:txBody>
      </p:sp>
      <p:pic>
        <p:nvPicPr>
          <p:cNvPr id="4" name="Picture 3" descr="four_table.png"/>
          <p:cNvPicPr>
            <a:picLocks noChangeAspect="1"/>
          </p:cNvPicPr>
          <p:nvPr/>
        </p:nvPicPr>
        <p:blipFill>
          <a:blip r:embed="rId2"/>
          <a:stretch>
            <a:fillRect/>
          </a:stretch>
        </p:blipFill>
        <p:spPr>
          <a:xfrm>
            <a:off x="411480" y="2880360"/>
            <a:ext cx="11384280" cy="320361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So: K identical stages, then the file's own map</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We cannot see how many stages a vendor's part has, so the count K is a parameter. The stages are held </a:t>
            </a:r>
            <a:r>
              <a:rPr sz="1800" b="1"/>
              <a:t>identical</a:t>
            </a:r>
            <a:r>
              <a:rPr sz="1800"/>
              <a:t>: a real tapered predriver approximately is,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2578608"/>
            <a:ext cx="11384280" cy="3096299"/>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Before the recipe: C_comp is an input, and this file's is wrong</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a fraction of the device's own current, so it cannot exceed 1; ex2's declared 5.0 pF makes the file imply </a:t>
            </a:r>
            <a:r>
              <a:rPr sz="1700" b="1"/>
              <a:t>Ku = 1.24</a:t>
            </a:r>
            <a:r>
              <a:rPr sz="1700"/>
              <a:t>, which is impossible.</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933551" y="3895344"/>
            <a:ext cx="6340137" cy="262432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